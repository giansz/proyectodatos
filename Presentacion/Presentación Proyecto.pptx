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772400" cy="10058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HzTg+goWcQk8fO5It0l+0ng5K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289BA7-0477-4DA3-BF64-564EF7BB6FF7}">
  <a:tblStyle styleId="{AC289BA7-0477-4DA3-BF64-564EF7BB6F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23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95650" y="754375"/>
            <a:ext cx="518185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7" name="Google Shape;1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5911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5537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17902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72878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3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5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6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0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1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1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1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4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6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3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9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9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39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0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40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0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40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GianSz/ProyectoDatos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GianSz/ProyectoDatos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github.com/GianSz/ProyectoDato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es.wikipedia.org/wiki/Algoritmo_de_compresi%C3%B3n_sin_p%C3%A9rdida" TargetMode="External"/><Relationship Id="rId5" Type="http://schemas.openxmlformats.org/officeDocument/2006/relationships/hyperlink" Target="https://es.wikipedia.org/wiki/Algoritmo_de_compresi%C3%B3n_con_p%C3%A9rdida" TargetMode="Externa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GianSz/ProyectoDatos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GianSz/ProyectoDatos" TargetMode="Externa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" descr="Cómo sería un mundo sin ganadería industrial? | Igualdad Animal México"/>
          <p:cNvPicPr preferRelativeResize="0"/>
          <p:nvPr/>
        </p:nvPicPr>
        <p:blipFill rotWithShape="1">
          <a:blip r:embed="rId3">
            <a:alphaModFix/>
          </a:blip>
          <a:srcRect l="39100" r="1572"/>
          <a:stretch/>
        </p:blipFill>
        <p:spPr>
          <a:xfrm>
            <a:off x="-51120" y="-8640"/>
            <a:ext cx="1225404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"/>
          <p:cNvSpPr/>
          <p:nvPr/>
        </p:nvSpPr>
        <p:spPr>
          <a:xfrm>
            <a:off x="1624860" y="0"/>
            <a:ext cx="10580400" cy="6881400"/>
          </a:xfrm>
          <a:prstGeom prst="rect">
            <a:avLst/>
          </a:prstGeom>
          <a:gradFill>
            <a:gsLst>
              <a:gs pos="0">
                <a:srgbClr val="FFFFFF"/>
              </a:gs>
              <a:gs pos="49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p1"/>
          <p:cNvPicPr preferRelativeResize="0"/>
          <p:nvPr/>
        </p:nvPicPr>
        <p:blipFill rotWithShape="1">
          <a:blip r:embed="rId4">
            <a:alphaModFix/>
          </a:blip>
          <a:srcRect t="78334"/>
          <a:stretch/>
        </p:blipFill>
        <p:spPr>
          <a:xfrm>
            <a:off x="14760" y="5390280"/>
            <a:ext cx="12192840" cy="148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2;p1"/>
          <p:cNvSpPr txBox="1"/>
          <p:nvPr/>
        </p:nvSpPr>
        <p:spPr>
          <a:xfrm>
            <a:off x="5556600" y="2250000"/>
            <a:ext cx="6145920" cy="1633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Investigación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para la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compresión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endParaRPr sz="3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080" y="0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" t="9536" r="2030" b="17301"/>
          <a:stretch>
            <a:fillRect/>
          </a:stretch>
        </p:blipFill>
        <p:spPr>
          <a:xfrm>
            <a:off x="3556986" y="1687614"/>
            <a:ext cx="2310802" cy="2347986"/>
          </a:xfrm>
          <a:custGeom>
            <a:avLst/>
            <a:gdLst>
              <a:gd name="connsiteX0" fmla="*/ 1439917 w 2879834"/>
              <a:gd name="connsiteY0" fmla="*/ 0 h 2926174"/>
              <a:gd name="connsiteX1" fmla="*/ 2879834 w 2879834"/>
              <a:gd name="connsiteY1" fmla="*/ 1463087 h 2926174"/>
              <a:gd name="connsiteX2" fmla="*/ 1439917 w 2879834"/>
              <a:gd name="connsiteY2" fmla="*/ 2926174 h 2926174"/>
              <a:gd name="connsiteX3" fmla="*/ 0 w 2879834"/>
              <a:gd name="connsiteY3" fmla="*/ 1463087 h 2926174"/>
              <a:gd name="connsiteX4" fmla="*/ 1439917 w 2879834"/>
              <a:gd name="connsiteY4" fmla="*/ 0 h 292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79834" h="2926174">
                <a:moveTo>
                  <a:pt x="1439917" y="0"/>
                </a:moveTo>
                <a:cubicBezTo>
                  <a:pt x="2235161" y="0"/>
                  <a:pt x="2879834" y="655046"/>
                  <a:pt x="2879834" y="1463087"/>
                </a:cubicBezTo>
                <a:cubicBezTo>
                  <a:pt x="2879834" y="2271128"/>
                  <a:pt x="2235161" y="2926174"/>
                  <a:pt x="1439917" y="2926174"/>
                </a:cubicBezTo>
                <a:cubicBezTo>
                  <a:pt x="644673" y="2926174"/>
                  <a:pt x="0" y="2271128"/>
                  <a:pt x="0" y="1463087"/>
                </a:cubicBezTo>
                <a:cubicBezTo>
                  <a:pt x="0" y="655046"/>
                  <a:pt x="644673" y="0"/>
                  <a:pt x="1439917" y="0"/>
                </a:cubicBezTo>
                <a:close/>
              </a:path>
            </a:pathLst>
          </a:custGeom>
        </p:spPr>
      </p:pic>
      <p:sp>
        <p:nvSpPr>
          <p:cNvPr id="200" name="Google Shape;200;p2"/>
          <p:cNvSpPr/>
          <p:nvPr/>
        </p:nvSpPr>
        <p:spPr>
          <a:xfrm>
            <a:off x="265328" y="376925"/>
            <a:ext cx="43758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del equipo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3551040" y="4180680"/>
            <a:ext cx="2192760" cy="1106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s-CO" sz="2200" b="0" i="0" u="none" strike="noStrike" cap="none" dirty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Juan Felipe Pinzón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/>
          <p:nvPr/>
        </p:nvSpPr>
        <p:spPr>
          <a:xfrm>
            <a:off x="635040" y="4180680"/>
            <a:ext cx="219276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Gian Paul Sánchez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https://github.com/GianSz/ProyectoDatos</a:t>
            </a:r>
            <a:endParaRPr lang="en-US" sz="2200" b="1" dirty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"/>
          <p:cNvSpPr/>
          <p:nvPr/>
        </p:nvSpPr>
        <p:spPr>
          <a:xfrm>
            <a:off x="6446651" y="4180675"/>
            <a:ext cx="24111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rgbClr val="001E33"/>
                </a:solidFill>
              </a:rPr>
              <a:t>Maria Paula Ayala</a:t>
            </a:r>
            <a:endParaRPr sz="2200" b="0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" name="Imagen 2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2" b="34338"/>
          <a:stretch>
            <a:fillRect/>
          </a:stretch>
        </p:blipFill>
        <p:spPr>
          <a:xfrm>
            <a:off x="6584146" y="1674147"/>
            <a:ext cx="2244188" cy="2357128"/>
          </a:xfrm>
          <a:custGeom>
            <a:avLst/>
            <a:gdLst>
              <a:gd name="connsiteX0" fmla="*/ 1155401 w 2244188"/>
              <a:gd name="connsiteY0" fmla="*/ 0 h 2357128"/>
              <a:gd name="connsiteX1" fmla="*/ 2220005 w 2244188"/>
              <a:gd name="connsiteY1" fmla="*/ 719814 h 2357128"/>
              <a:gd name="connsiteX2" fmla="*/ 2244188 w 2244188"/>
              <a:gd name="connsiteY2" fmla="*/ 787212 h 2357128"/>
              <a:gd name="connsiteX3" fmla="*/ 2244188 w 2244188"/>
              <a:gd name="connsiteY3" fmla="*/ 1569916 h 2357128"/>
              <a:gd name="connsiteX4" fmla="*/ 2220005 w 2244188"/>
              <a:gd name="connsiteY4" fmla="*/ 1637314 h 2357128"/>
              <a:gd name="connsiteX5" fmla="*/ 1155401 w 2244188"/>
              <a:gd name="connsiteY5" fmla="*/ 2357128 h 2357128"/>
              <a:gd name="connsiteX6" fmla="*/ 0 w 2244188"/>
              <a:gd name="connsiteY6" fmla="*/ 1178564 h 2357128"/>
              <a:gd name="connsiteX7" fmla="*/ 1155401 w 2244188"/>
              <a:gd name="connsiteY7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44188" h="2357128">
                <a:moveTo>
                  <a:pt x="1155401" y="0"/>
                </a:moveTo>
                <a:cubicBezTo>
                  <a:pt x="1633984" y="0"/>
                  <a:pt x="2044605" y="296810"/>
                  <a:pt x="2220005" y="719814"/>
                </a:cubicBezTo>
                <a:lnTo>
                  <a:pt x="2244188" y="787212"/>
                </a:lnTo>
                <a:lnTo>
                  <a:pt x="2244188" y="1569916"/>
                </a:lnTo>
                <a:lnTo>
                  <a:pt x="2220005" y="1637314"/>
                </a:lnTo>
                <a:cubicBezTo>
                  <a:pt x="2044605" y="2060319"/>
                  <a:pt x="1633984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  <p:pic>
        <p:nvPicPr>
          <p:cNvPr id="25" name="Imagen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3" t="15984" r="12370" b="21195"/>
          <a:stretch>
            <a:fillRect/>
          </a:stretch>
        </p:blipFill>
        <p:spPr>
          <a:xfrm>
            <a:off x="529826" y="1678472"/>
            <a:ext cx="2310802" cy="2357128"/>
          </a:xfrm>
          <a:custGeom>
            <a:avLst/>
            <a:gdLst>
              <a:gd name="connsiteX0" fmla="*/ 1155401 w 2310802"/>
              <a:gd name="connsiteY0" fmla="*/ 0 h 2357128"/>
              <a:gd name="connsiteX1" fmla="*/ 2310802 w 2310802"/>
              <a:gd name="connsiteY1" fmla="*/ 1178564 h 2357128"/>
              <a:gd name="connsiteX2" fmla="*/ 1155401 w 2310802"/>
              <a:gd name="connsiteY2" fmla="*/ 2357128 h 2357128"/>
              <a:gd name="connsiteX3" fmla="*/ 0 w 2310802"/>
              <a:gd name="connsiteY3" fmla="*/ 1178564 h 2357128"/>
              <a:gd name="connsiteX4" fmla="*/ 1155401 w 2310802"/>
              <a:gd name="connsiteY4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0802" h="2357128">
                <a:moveTo>
                  <a:pt x="1155401" y="0"/>
                </a:moveTo>
                <a:cubicBezTo>
                  <a:pt x="1793511" y="0"/>
                  <a:pt x="2310802" y="527661"/>
                  <a:pt x="2310802" y="1178564"/>
                </a:cubicBezTo>
                <a:cubicBezTo>
                  <a:pt x="2310802" y="1829467"/>
                  <a:pt x="1793511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86960" y="-49289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2E3C3B93-7D6F-476C-A493-DA42C4087825}"/>
              </a:ext>
            </a:extLst>
          </p:cNvPr>
          <p:cNvSpPr txBox="1"/>
          <p:nvPr/>
        </p:nvSpPr>
        <p:spPr>
          <a:xfrm>
            <a:off x="1434195" y="1288327"/>
            <a:ext cx="6981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Objetivo del trabajo</a:t>
            </a:r>
            <a:endParaRPr lang="es-CO" sz="2800" b="1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302AEE5-E44D-479B-9421-9D7C551C75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466" y="1979720"/>
            <a:ext cx="8494991" cy="3442112"/>
          </a:xfrm>
          <a:prstGeom prst="rect">
            <a:avLst/>
          </a:prstGeom>
        </p:spPr>
      </p:pic>
      <p:sp>
        <p:nvSpPr>
          <p:cNvPr id="9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https://</a:t>
            </a:r>
            <a:r>
              <a:rPr lang="en-US" sz="2200" b="1" dirty="0" smtClean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github.com/GianSz/ProyectoDatos</a:t>
            </a:r>
            <a:endParaRPr lang="en-US" sz="2200" b="1" dirty="0" smtClean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844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86960" y="-49289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2E3C3B93-7D6F-476C-A493-DA42C4087825}"/>
              </a:ext>
            </a:extLst>
          </p:cNvPr>
          <p:cNvSpPr txBox="1"/>
          <p:nvPr/>
        </p:nvSpPr>
        <p:spPr>
          <a:xfrm>
            <a:off x="803880" y="1083212"/>
            <a:ext cx="108019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Definición de  La compresión de imagen </a:t>
            </a:r>
            <a:r>
              <a:rPr lang="es-ES" b="0" i="0" u="none" strike="noStrike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5" tooltip="Algoritmo de compresión con pérdida"/>
              </a:rPr>
              <a:t>con pérdida (</a:t>
            </a:r>
            <a:r>
              <a:rPr lang="es-ES" b="0" i="0" u="none" strike="noStrike" dirty="0" err="1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5" tooltip="Algoritmo de compresión con pérdida"/>
              </a:rPr>
              <a:t>Lossy</a:t>
            </a:r>
            <a:r>
              <a:rPr lang="es-ES" b="0" i="0" u="none" strike="noStrike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5" tooltip="Algoritmo de compresión con pérdida"/>
              </a:rPr>
              <a:t>)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o </a:t>
            </a:r>
            <a:r>
              <a:rPr lang="es-ES" b="0" i="0" u="sng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6"/>
              </a:rPr>
              <a:t>sin pérdida (</a:t>
            </a:r>
            <a:r>
              <a:rPr lang="es-ES" b="0" i="0" u="sng" dirty="0" err="1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6"/>
              </a:rPr>
              <a:t>LossLess</a:t>
            </a:r>
            <a:r>
              <a:rPr lang="es-ES" b="0" i="0" u="sng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6"/>
              </a:rPr>
              <a:t>)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es-CO" dirty="0"/>
          </a:p>
        </p:txBody>
      </p:sp>
      <p:sp>
        <p:nvSpPr>
          <p:cNvPr id="8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7"/>
              </a:rPr>
              <a:t>https://</a:t>
            </a:r>
            <a:r>
              <a:rPr lang="en-US" sz="2200" b="1" dirty="0" smtClean="0">
                <a:solidFill>
                  <a:srgbClr val="001E33"/>
                </a:solidFill>
                <a:uFill>
                  <a:noFill/>
                </a:uFill>
                <a:hlinkClick r:id="rId7"/>
              </a:rPr>
              <a:t>github.com/GianSz/ProyectoDatos</a:t>
            </a:r>
            <a:endParaRPr lang="en-US" sz="2200" b="1" dirty="0" smtClean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680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86960" y="-49289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2E3C3B93-7D6F-476C-A493-DA42C4087825}"/>
              </a:ext>
            </a:extLst>
          </p:cNvPr>
          <p:cNvSpPr txBox="1"/>
          <p:nvPr/>
        </p:nvSpPr>
        <p:spPr>
          <a:xfrm>
            <a:off x="803880" y="1083212"/>
            <a:ext cx="10801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Los métodos para la compresión de imagen sin pérdida </a:t>
            </a:r>
          </a:p>
          <a:p>
            <a:endParaRPr lang="es-CO" dirty="0"/>
          </a:p>
        </p:txBody>
      </p:sp>
      <p:sp>
        <p:nvSpPr>
          <p:cNvPr id="9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5"/>
              </a:rPr>
              <a:t>https://</a:t>
            </a:r>
            <a:r>
              <a:rPr lang="en-US" sz="2200" b="1" dirty="0" smtClean="0">
                <a:solidFill>
                  <a:srgbClr val="001E33"/>
                </a:solidFill>
                <a:uFill>
                  <a:noFill/>
                </a:uFill>
                <a:hlinkClick r:id="rId5"/>
              </a:rPr>
              <a:t>github.com/GianSz/ProyectoDatos</a:t>
            </a:r>
            <a:endParaRPr lang="en-US" sz="2200" b="1" dirty="0" smtClean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0971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86960" y="-49289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2E3C3B93-7D6F-476C-A493-DA42C4087825}"/>
              </a:ext>
            </a:extLst>
          </p:cNvPr>
          <p:cNvSpPr txBox="1"/>
          <p:nvPr/>
        </p:nvSpPr>
        <p:spPr>
          <a:xfrm>
            <a:off x="803880" y="1083212"/>
            <a:ext cx="108019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Los métodos para la compresión de imagen con perdida</a:t>
            </a:r>
            <a:endParaRPr lang="es-CO" dirty="0"/>
          </a:p>
        </p:txBody>
      </p:sp>
      <p:sp>
        <p:nvSpPr>
          <p:cNvPr id="8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5"/>
              </a:rPr>
              <a:t>https://</a:t>
            </a:r>
            <a:r>
              <a:rPr lang="en-US" sz="2200" b="1" dirty="0" smtClean="0">
                <a:solidFill>
                  <a:srgbClr val="001E33"/>
                </a:solidFill>
                <a:uFill>
                  <a:noFill/>
                </a:uFill>
                <a:hlinkClick r:id="rId5"/>
              </a:rPr>
              <a:t>github.com/GianSz/ProyectoDatos</a:t>
            </a:r>
            <a:endParaRPr lang="en-US" sz="2200" b="1" dirty="0" smtClean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444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69</Words>
  <Application>Microsoft Office PowerPoint</Application>
  <PresentationFormat>Panorámica</PresentationFormat>
  <Paragraphs>14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Times New Roman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DeepL Translator</dc:creator>
  <cp:lastModifiedBy>Usuario de Windows</cp:lastModifiedBy>
  <cp:revision>9</cp:revision>
  <dcterms:created xsi:type="dcterms:W3CDTF">2020-06-26T14:36:07Z</dcterms:created>
  <dcterms:modified xsi:type="dcterms:W3CDTF">2021-11-05T01:10:48Z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Panorámica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</vt:i4>
  </property>
</Properties>
</file>