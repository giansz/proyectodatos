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HzTg+goWcQk8fO5It0l+0ng5K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289BA7-0477-4DA3-BF64-564EF7BB6FF7}">
  <a:tblStyle styleId="{AC289BA7-0477-4DA3-BF64-564EF7BB6FF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21" Type="http://customschemas.google.com/relationships/presentationmetadata" Target="meta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4" Type="http://schemas.openxmlformats.org/officeDocument/2006/relationships/slide" Target="slides/slide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95650" y="754375"/>
            <a:ext cx="518185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 txBox="1">
            <a:spLocks noGrp="1"/>
          </p:cNvSpPr>
          <p:nvPr>
            <p:ph type="body" idx="1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97" name="Google Shape;1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3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5"/>
          <p:cNvSpPr txBox="1">
            <a:spLocks noGrp="1"/>
          </p:cNvSpPr>
          <p:nvPr>
            <p:ph type="subTitle" idx="1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9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1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1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3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4"/>
          <p:cNvSpPr txBox="1">
            <a:spLocks noGrp="1"/>
          </p:cNvSpPr>
          <p:nvPr>
            <p:ph type="subTitle" idx="1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6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6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7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9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9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0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0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40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0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0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0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GianSz/ProyectoDatos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" descr="Cómo sería un mundo sin ganadería industrial? | Igualdad Animal México"/>
          <p:cNvPicPr preferRelativeResize="0"/>
          <p:nvPr/>
        </p:nvPicPr>
        <p:blipFill rotWithShape="1">
          <a:blip r:embed="rId3">
            <a:alphaModFix/>
          </a:blip>
          <a:srcRect l="39100" r="1572"/>
          <a:stretch/>
        </p:blipFill>
        <p:spPr>
          <a:xfrm>
            <a:off x="-51120" y="-8640"/>
            <a:ext cx="12254040" cy="68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"/>
          <p:cNvSpPr/>
          <p:nvPr/>
        </p:nvSpPr>
        <p:spPr>
          <a:xfrm>
            <a:off x="1624860" y="0"/>
            <a:ext cx="10580400" cy="6881400"/>
          </a:xfrm>
          <a:prstGeom prst="rect">
            <a:avLst/>
          </a:prstGeom>
          <a:gradFill>
            <a:gsLst>
              <a:gs pos="0">
                <a:srgbClr val="FFFFFF"/>
              </a:gs>
              <a:gs pos="49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"/>
          <p:cNvPicPr preferRelativeResize="0"/>
          <p:nvPr/>
        </p:nvPicPr>
        <p:blipFill rotWithShape="1">
          <a:blip r:embed="rId4">
            <a:alphaModFix/>
          </a:blip>
          <a:srcRect t="78334"/>
          <a:stretch/>
        </p:blipFill>
        <p:spPr>
          <a:xfrm>
            <a:off x="14760" y="5390280"/>
            <a:ext cx="12192840" cy="14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"/>
          <p:cNvSpPr/>
          <p:nvPr/>
        </p:nvSpPr>
        <p:spPr>
          <a:xfrm>
            <a:off x="7499160" y="1143000"/>
            <a:ext cx="211464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Usa</a:t>
            </a:r>
            <a:r>
              <a:rPr lang="en-US" sz="14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lang="en-US" sz="1400" b="0" i="1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mismo</a:t>
            </a:r>
            <a:r>
              <a:rPr lang="en-US" sz="14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1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r>
              <a:rPr lang="en-US" sz="14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i="1" dirty="0" err="1">
                <a:solidFill>
                  <a:schemeClr val="accent2"/>
                </a:solidFill>
              </a:rPr>
              <a:t>usaron</a:t>
            </a:r>
            <a:r>
              <a:rPr lang="en-US" sz="14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1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400" b="0" i="1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el </a:t>
            </a:r>
            <a:r>
              <a:rPr lang="en-US" sz="1400" b="0" i="1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informe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"/>
          <p:cNvSpPr/>
          <p:nvPr/>
        </p:nvSpPr>
        <p:spPr>
          <a:xfrm rot="10800000" flipH="1">
            <a:off x="6732350" y="1475135"/>
            <a:ext cx="800658" cy="76383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763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080" y="0"/>
            <a:ext cx="12196080" cy="685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" t="9536" r="2030" b="17301"/>
          <a:stretch>
            <a:fillRect/>
          </a:stretch>
        </p:blipFill>
        <p:spPr>
          <a:xfrm>
            <a:off x="3556986" y="1687614"/>
            <a:ext cx="2310802" cy="2347986"/>
          </a:xfrm>
          <a:custGeom>
            <a:avLst/>
            <a:gdLst>
              <a:gd name="connsiteX0" fmla="*/ 1439917 w 2879834"/>
              <a:gd name="connsiteY0" fmla="*/ 0 h 2926174"/>
              <a:gd name="connsiteX1" fmla="*/ 2879834 w 2879834"/>
              <a:gd name="connsiteY1" fmla="*/ 1463087 h 2926174"/>
              <a:gd name="connsiteX2" fmla="*/ 1439917 w 2879834"/>
              <a:gd name="connsiteY2" fmla="*/ 2926174 h 2926174"/>
              <a:gd name="connsiteX3" fmla="*/ 0 w 2879834"/>
              <a:gd name="connsiteY3" fmla="*/ 1463087 h 2926174"/>
              <a:gd name="connsiteX4" fmla="*/ 1439917 w 2879834"/>
              <a:gd name="connsiteY4" fmla="*/ 0 h 292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9834" h="2926174">
                <a:moveTo>
                  <a:pt x="1439917" y="0"/>
                </a:moveTo>
                <a:cubicBezTo>
                  <a:pt x="2235161" y="0"/>
                  <a:pt x="2879834" y="655046"/>
                  <a:pt x="2879834" y="1463087"/>
                </a:cubicBezTo>
                <a:cubicBezTo>
                  <a:pt x="2879834" y="2271128"/>
                  <a:pt x="2235161" y="2926174"/>
                  <a:pt x="1439917" y="2926174"/>
                </a:cubicBezTo>
                <a:cubicBezTo>
                  <a:pt x="644673" y="2926174"/>
                  <a:pt x="0" y="2271128"/>
                  <a:pt x="0" y="1463087"/>
                </a:cubicBezTo>
                <a:cubicBezTo>
                  <a:pt x="0" y="655046"/>
                  <a:pt x="644673" y="0"/>
                  <a:pt x="1439917" y="0"/>
                </a:cubicBezTo>
                <a:close/>
              </a:path>
            </a:pathLst>
          </a:custGeom>
        </p:spPr>
      </p:pic>
      <p:sp>
        <p:nvSpPr>
          <p:cNvPr id="200" name="Google Shape;200;p2"/>
          <p:cNvSpPr/>
          <p:nvPr/>
        </p:nvSpPr>
        <p:spPr>
          <a:xfrm>
            <a:off x="265328" y="376925"/>
            <a:ext cx="4375800" cy="4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del equipo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3551040" y="4180680"/>
            <a:ext cx="2192760" cy="1106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-CO" sz="2200" b="0" i="0" u="none" strike="noStrike" cap="none" dirty="0" smtClean="0">
                <a:solidFill>
                  <a:srgbClr val="001E33"/>
                </a:solidFill>
                <a:latin typeface="Arial"/>
                <a:ea typeface="Arial"/>
                <a:cs typeface="Arial"/>
                <a:sym typeface="Arial"/>
              </a:rPr>
              <a:t>Juan Felipe </a:t>
            </a:r>
            <a:r>
              <a:rPr lang="es-CO" sz="2200" b="0" i="0" u="none" strike="noStrike" cap="none" dirty="0" err="1" smtClean="0">
                <a:solidFill>
                  <a:srgbClr val="001E33"/>
                </a:solidFill>
                <a:latin typeface="Arial"/>
                <a:ea typeface="Arial"/>
                <a:cs typeface="Arial"/>
                <a:sym typeface="Arial"/>
              </a:rPr>
              <a:t>Pinzon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"/>
          <p:cNvSpPr/>
          <p:nvPr/>
        </p:nvSpPr>
        <p:spPr>
          <a:xfrm>
            <a:off x="635040" y="4180680"/>
            <a:ext cx="2192760" cy="76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 dirty="0" err="1" smtClean="0">
                <a:solidFill>
                  <a:srgbClr val="001E33"/>
                </a:solidFill>
                <a:latin typeface="Arial"/>
                <a:ea typeface="Arial"/>
                <a:cs typeface="Arial"/>
                <a:sym typeface="Arial"/>
              </a:rPr>
              <a:t>Gian</a:t>
            </a:r>
            <a:r>
              <a:rPr lang="en-US" sz="2200" b="0" i="0" u="none" strike="noStrike" cap="none" dirty="0" smtClean="0">
                <a:solidFill>
                  <a:srgbClr val="001E33"/>
                </a:solidFill>
                <a:latin typeface="Arial"/>
                <a:ea typeface="Arial"/>
                <a:cs typeface="Arial"/>
                <a:sym typeface="Arial"/>
              </a:rPr>
              <a:t> Paul Sánchez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880" y="6089760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"/>
          <p:cNvSpPr/>
          <p:nvPr/>
        </p:nvSpPr>
        <p:spPr>
          <a:xfrm>
            <a:off x="815040" y="6160680"/>
            <a:ext cx="6915240" cy="76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SzPts val="2200"/>
            </a:pPr>
            <a:r>
              <a:rPr lang="en-US" sz="2200" b="1" dirty="0">
                <a:solidFill>
                  <a:srgbClr val="001E33"/>
                </a:solidFill>
                <a:uFill>
                  <a:noFill/>
                </a:uFill>
                <a:hlinkClick r:id="rId6"/>
              </a:rPr>
              <a:t>https://</a:t>
            </a:r>
            <a:r>
              <a:rPr lang="en-US" sz="2200" b="1" dirty="0" smtClean="0">
                <a:solidFill>
                  <a:srgbClr val="001E33"/>
                </a:solidFill>
                <a:uFill>
                  <a:noFill/>
                </a:uFill>
                <a:hlinkClick r:id="rId6"/>
              </a:rPr>
              <a:t>github.com/GianSz/ProyectoDatos</a:t>
            </a:r>
            <a:endParaRPr lang="en-US" sz="2200" b="1" dirty="0" smtClean="0">
              <a:solidFill>
                <a:srgbClr val="001E33"/>
              </a:solidFill>
              <a:uFill>
                <a:noFill/>
              </a:uFill>
            </a:endParaRPr>
          </a:p>
          <a:p>
            <a:pPr lvl="0">
              <a:buSzPts val="2200"/>
            </a:pPr>
            <a:endParaRPr sz="2200" b="1" i="0" u="none" strike="noStrike" cap="none" dirty="0">
              <a:solidFill>
                <a:srgbClr val="001E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6446651" y="4180675"/>
            <a:ext cx="24111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dirty="0" smtClean="0">
                <a:solidFill>
                  <a:srgbClr val="001E33"/>
                </a:solidFill>
              </a:rPr>
              <a:t>Maria Paula Ayala</a:t>
            </a:r>
            <a:endParaRPr sz="2200" b="0" i="0" u="none" strike="noStrike" cap="none" dirty="0">
              <a:solidFill>
                <a:srgbClr val="001E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2" b="34338"/>
          <a:stretch>
            <a:fillRect/>
          </a:stretch>
        </p:blipFill>
        <p:spPr>
          <a:xfrm>
            <a:off x="6584146" y="1674147"/>
            <a:ext cx="2244188" cy="2357128"/>
          </a:xfrm>
          <a:custGeom>
            <a:avLst/>
            <a:gdLst>
              <a:gd name="connsiteX0" fmla="*/ 1155401 w 2244188"/>
              <a:gd name="connsiteY0" fmla="*/ 0 h 2357128"/>
              <a:gd name="connsiteX1" fmla="*/ 2220005 w 2244188"/>
              <a:gd name="connsiteY1" fmla="*/ 719814 h 2357128"/>
              <a:gd name="connsiteX2" fmla="*/ 2244188 w 2244188"/>
              <a:gd name="connsiteY2" fmla="*/ 787212 h 2357128"/>
              <a:gd name="connsiteX3" fmla="*/ 2244188 w 2244188"/>
              <a:gd name="connsiteY3" fmla="*/ 1569916 h 2357128"/>
              <a:gd name="connsiteX4" fmla="*/ 2220005 w 2244188"/>
              <a:gd name="connsiteY4" fmla="*/ 1637314 h 2357128"/>
              <a:gd name="connsiteX5" fmla="*/ 1155401 w 2244188"/>
              <a:gd name="connsiteY5" fmla="*/ 2357128 h 2357128"/>
              <a:gd name="connsiteX6" fmla="*/ 0 w 2244188"/>
              <a:gd name="connsiteY6" fmla="*/ 1178564 h 2357128"/>
              <a:gd name="connsiteX7" fmla="*/ 1155401 w 2244188"/>
              <a:gd name="connsiteY7" fmla="*/ 0 h 235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44188" h="2357128">
                <a:moveTo>
                  <a:pt x="1155401" y="0"/>
                </a:moveTo>
                <a:cubicBezTo>
                  <a:pt x="1633984" y="0"/>
                  <a:pt x="2044605" y="296810"/>
                  <a:pt x="2220005" y="719814"/>
                </a:cubicBezTo>
                <a:lnTo>
                  <a:pt x="2244188" y="787212"/>
                </a:lnTo>
                <a:lnTo>
                  <a:pt x="2244188" y="1569916"/>
                </a:lnTo>
                <a:lnTo>
                  <a:pt x="2220005" y="1637314"/>
                </a:lnTo>
                <a:cubicBezTo>
                  <a:pt x="2044605" y="2060319"/>
                  <a:pt x="1633984" y="2357128"/>
                  <a:pt x="1155401" y="2357128"/>
                </a:cubicBezTo>
                <a:cubicBezTo>
                  <a:pt x="517291" y="2357128"/>
                  <a:pt x="0" y="1829467"/>
                  <a:pt x="0" y="1178564"/>
                </a:cubicBezTo>
                <a:cubicBezTo>
                  <a:pt x="0" y="527661"/>
                  <a:pt x="517291" y="0"/>
                  <a:pt x="1155401" y="0"/>
                </a:cubicBezTo>
                <a:close/>
              </a:path>
            </a:pathLst>
          </a:cu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3" t="15984" r="12370" b="21195"/>
          <a:stretch>
            <a:fillRect/>
          </a:stretch>
        </p:blipFill>
        <p:spPr>
          <a:xfrm>
            <a:off x="529826" y="1678472"/>
            <a:ext cx="2310802" cy="2357128"/>
          </a:xfrm>
          <a:custGeom>
            <a:avLst/>
            <a:gdLst>
              <a:gd name="connsiteX0" fmla="*/ 1155401 w 2310802"/>
              <a:gd name="connsiteY0" fmla="*/ 0 h 2357128"/>
              <a:gd name="connsiteX1" fmla="*/ 2310802 w 2310802"/>
              <a:gd name="connsiteY1" fmla="*/ 1178564 h 2357128"/>
              <a:gd name="connsiteX2" fmla="*/ 1155401 w 2310802"/>
              <a:gd name="connsiteY2" fmla="*/ 2357128 h 2357128"/>
              <a:gd name="connsiteX3" fmla="*/ 0 w 2310802"/>
              <a:gd name="connsiteY3" fmla="*/ 1178564 h 2357128"/>
              <a:gd name="connsiteX4" fmla="*/ 1155401 w 2310802"/>
              <a:gd name="connsiteY4" fmla="*/ 0 h 235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0802" h="2357128">
                <a:moveTo>
                  <a:pt x="1155401" y="0"/>
                </a:moveTo>
                <a:cubicBezTo>
                  <a:pt x="1793511" y="0"/>
                  <a:pt x="2310802" y="527661"/>
                  <a:pt x="2310802" y="1178564"/>
                </a:cubicBezTo>
                <a:cubicBezTo>
                  <a:pt x="2310802" y="1829467"/>
                  <a:pt x="1793511" y="2357128"/>
                  <a:pt x="1155401" y="2357128"/>
                </a:cubicBezTo>
                <a:cubicBezTo>
                  <a:pt x="517291" y="2357128"/>
                  <a:pt x="0" y="1829467"/>
                  <a:pt x="0" y="1178564"/>
                </a:cubicBezTo>
                <a:cubicBezTo>
                  <a:pt x="0" y="527661"/>
                  <a:pt x="517291" y="0"/>
                  <a:pt x="1155401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24</Words>
  <Application>Microsoft Office PowerPoint</Application>
  <PresentationFormat>Panorámica</PresentationFormat>
  <Paragraphs>6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DeepL Translator</dc:creator>
  <cp:lastModifiedBy>Usuario de Windows</cp:lastModifiedBy>
  <cp:revision>6</cp:revision>
  <dcterms:created xsi:type="dcterms:W3CDTF">2020-06-26T14:36:07Z</dcterms:created>
  <dcterms:modified xsi:type="dcterms:W3CDTF">2021-10-22T19:34:11Z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Panorámica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