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35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8B27C0-864D-448E-93FD-C5171865DD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9F3C8B5-5161-4EE0-B048-315EB10BB6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EBC6DBB-2DF9-49BB-A84B-7CC3A4B661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5124B1-54BE-425F-99B3-6ED4433B7716}" type="datetimeFigureOut">
              <a:rPr lang="es-CO" smtClean="0"/>
              <a:t>22/10/2021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972A0BA-2CCD-4CDF-B953-BFFE4A7EF8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75B7F49-62FE-43AA-8728-172CD67BD9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0121D8-7B26-418D-9F6F-31AAD60BE8B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8857828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740DAD-A78C-4093-BDCE-798EE00C53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82722F1-D831-40B1-B3E8-04DB56A814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CE5F5A7-B6E5-422D-83D7-58850159A2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5124B1-54BE-425F-99B3-6ED4433B7716}" type="datetimeFigureOut">
              <a:rPr lang="es-CO" smtClean="0"/>
              <a:t>22/10/2021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0F22F0F-E3E2-45FB-B395-E27D80D9BC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E256DD0-7A00-42D5-8994-A0FDD60BC2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0121D8-7B26-418D-9F6F-31AAD60BE8B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8928750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31F41CB-45E4-4B57-86EB-B3802F8928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763EFF3-32B6-4C92-A94C-99CE1D4AEF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3A58C65-AF8F-4300-8AE4-35136DBFD4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5124B1-54BE-425F-99B3-6ED4433B7716}" type="datetimeFigureOut">
              <a:rPr lang="es-CO" smtClean="0"/>
              <a:t>22/10/2021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0365311-9585-4301-BF4E-8324C0D4DE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858F2F5-FED2-4344-8FC4-CF636AC67A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0121D8-7B26-418D-9F6F-31AAD60BE8B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369386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129C45B-93B8-45CF-B20F-33689B499E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1C5D24F-8BB7-436B-ABE1-3BB7C4BFD4D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80F9F0A2-B34F-456A-A18A-9ADF74527F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5EF0E69-6811-4221-8592-A9380983A1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5124B1-54BE-425F-99B3-6ED4433B7716}" type="datetimeFigureOut">
              <a:rPr lang="es-CO" smtClean="0"/>
              <a:t>22/10/2021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2245805-045C-4A8D-890B-0FF1379C75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1E86975-4B91-4B59-AD08-7D4ED5FBF9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0121D8-7B26-418D-9F6F-31AAD60BE8B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5101926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B299676-EBC5-46E3-ADB8-47D0785261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86ECDFC-BAFA-4B23-867B-88831E59ED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1E98C706-FFB0-4553-B0D5-CF58E4B8BC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02D5DD8D-C9EB-4C8A-91B6-9B2A8811468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BF21DDEC-5A7F-4F16-9616-00162556811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714CE885-2AB2-4B39-8857-60A5CCC4A1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5124B1-54BE-425F-99B3-6ED4433B7716}" type="datetimeFigureOut">
              <a:rPr lang="es-CO" smtClean="0"/>
              <a:t>22/10/2021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D303F026-4D18-4D83-86F8-3A0C1CB5E5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5F9F30ED-7D07-4B12-94D3-6F4C527DE0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0121D8-7B26-418D-9F6F-31AAD60BE8B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3168755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8A23251-294D-410B-8399-FB6A68E4A6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62D3B840-0B76-4421-8754-A0469FA008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5124B1-54BE-425F-99B3-6ED4433B7716}" type="datetimeFigureOut">
              <a:rPr lang="es-CO" smtClean="0"/>
              <a:t>22/10/2021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40BF483A-E74F-47BD-B5F5-59D21CC081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0CEA7A05-4E82-4714-A25A-89F692D385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0121D8-7B26-418D-9F6F-31AAD60BE8B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7528138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D449D395-4DFF-458F-BF2A-6ABA2C2D59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5124B1-54BE-425F-99B3-6ED4433B7716}" type="datetimeFigureOut">
              <a:rPr lang="es-CO" smtClean="0"/>
              <a:t>22/10/2021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714B7A10-D5DE-4334-B87B-F371803AAC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F15AC26-D9D0-4E15-8B67-D6C2444F94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0121D8-7B26-418D-9F6F-31AAD60BE8B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243640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97E22C1-5A6F-4253-947C-8B413F6A4C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5B5711F-B673-473A-BD04-D924D263D4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CD84DE7-DE3A-48FF-91F4-7035F70971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194FB32-170D-43DD-9F4D-415BFE7E54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5124B1-54BE-425F-99B3-6ED4433B7716}" type="datetimeFigureOut">
              <a:rPr lang="es-CO" smtClean="0"/>
              <a:t>22/10/2021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26081FE-2D64-467E-BA35-A360A9C9F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02AA05D-6E4D-447A-B97A-8925148C70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0121D8-7B26-418D-9F6F-31AAD60BE8B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2781350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E9896A1-CFEC-4768-9F8D-6B67C0637A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9B8A756A-C837-40D1-9AF7-7BE0D7E176C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B662E3AC-D8DE-4496-B7BB-B062D2C97D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B970CDD-51F8-4F1D-AD2C-A35DC509AF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5124B1-54BE-425F-99B3-6ED4433B7716}" type="datetimeFigureOut">
              <a:rPr lang="es-CO" smtClean="0"/>
              <a:t>22/10/2021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34D9CB2-793F-4813-8539-7A5F4021E5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3D2CC0A-AE6F-44E9-9D25-6BF9CA3CC9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0121D8-7B26-418D-9F6F-31AAD60BE8B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0106487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E85E18C-B3F8-4FC2-B6C0-556DCCA3C5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63B0B606-ADCF-447A-9B14-C624F3C389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0C29FC3-0231-406A-BE36-E9CB9B7129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5124B1-54BE-425F-99B3-6ED4433B7716}" type="datetimeFigureOut">
              <a:rPr lang="es-CO" smtClean="0"/>
              <a:t>22/10/2021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2BEE79D-551F-4C64-9221-AF0245FDCF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F3B7925-7894-4097-8678-BE488BE956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0121D8-7B26-418D-9F6F-31AAD60BE8B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859309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9D6D56F-9DE0-4C17-88B8-6195B454163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F8B7B0F-E1E9-439A-BE97-A914521AEF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878D95E-0B3D-4790-A861-03774C34F1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5124B1-54BE-425F-99B3-6ED4433B7716}" type="datetimeFigureOut">
              <a:rPr lang="es-CO" smtClean="0"/>
              <a:t>22/10/2021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DCDB039-D29C-457C-B9DB-04F2622CAF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AEED9D2-D3D8-4912-B214-D80C8A1368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0121D8-7B26-418D-9F6F-31AAD60BE8B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846699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DB38FBC2-F306-4924-84B0-E530711164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319246B-800F-4DA5-8B47-67438EE081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521D26E-F941-4726-B0D0-4DDEC238DBC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D5124B1-54BE-425F-99B3-6ED4433B7716}" type="datetimeFigureOut">
              <a:rPr lang="es-CO" smtClean="0"/>
              <a:t>22/10/2021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863B233-BAB3-491D-BB57-D1678983DF8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0FEAF39-1B4F-4BA9-ABAF-D3182DA28A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0121D8-7B26-418D-9F6F-31AAD60BE8B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6730051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4CDB1E6-FED0-4A14-A947-81914508194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A52DAC7-4DD9-4DC1-A6C9-2670FC2F167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63562017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Panorámica</PresentationFormat>
  <Paragraphs>0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Tema de Office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GIAN PAUL SÁNCHEZ ARISTIZABAL</dc:creator>
  <cp:lastModifiedBy>GIAN PAUL SÁNCHEZ ARISTIZABAL</cp:lastModifiedBy>
  <cp:revision>1</cp:revision>
  <dcterms:created xsi:type="dcterms:W3CDTF">2021-10-22T05:37:08Z</dcterms:created>
  <dcterms:modified xsi:type="dcterms:W3CDTF">2021-10-22T05:37:12Z</dcterms:modified>
</cp:coreProperties>
</file>